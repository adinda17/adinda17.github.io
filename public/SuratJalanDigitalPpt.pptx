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CASE STUDY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pt2/icon_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279599"/>
            <a:ext cx="744322" cy="7443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031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SuratJalan Digital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103120" y="2971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Delivery Note Management System for Baropi Group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paper-based delivery notes to a digital, role-based, multi-business-unit workflow.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Baropi Group is a multi-brand F&amp;B and hospitality company with several internal divisions and six outlets, relying on a fully paper-based delivery note process for internal and external goods movement. This project covers the end-to-end design of a digital replacement — from requirements analysis to a working prototype.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554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2F7F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162763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961120" y="16276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Divisions &amp; outlets onboarded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27889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2F7F6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86207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961120" y="286207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checkpoints per document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40233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2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09651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961120" y="40965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copies required after go-live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 &amp; requirements elicitation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mapping (as-is vs. to-be)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data modeling &amp; access-control design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specification &amp; low-code prototype build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96596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2/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208483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Waste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shipment required a duplicate 2-copy carbon form (white &amp; pink).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0440" y="160020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196596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ppt2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08483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Traceability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49040" y="3657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 old delivery note meant digging through physical archives.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92240" y="160020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360920" y="196596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/home/claude/ppt2/icon_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084832"/>
            <a:ext cx="676656" cy="676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Confirmation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720840" y="3657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had no visibility into delivery status without a phone call.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464040" y="160020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2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10332720" y="196596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3" descr="/home/claude/ppt2/icon_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2084832"/>
            <a:ext cx="676656" cy="6766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469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Access Control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692640" y="3657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forms could be signed by anyone present — no real authorization check.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2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9339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1051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Digitize the Workflow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24028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physical forms and wet-ink signatures with a fully digital, mobile-friendly workflow.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8745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2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9339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81051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Real Authorization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635240" y="224028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only the officially registered PIC of a division/outlet can act or sign on its behalf.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69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2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87952"/>
            <a:ext cx="676656" cy="676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00507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Visibility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920240" y="443484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party real-time status of goods in transit without manual follow-up.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749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06908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ppt2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187952"/>
            <a:ext cx="676656" cy="6766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00507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Audit History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35240" y="443484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searchable, tamper-evident record of every transaction, exportable to PDF on demand.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2/icon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18662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Divisions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2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10" y="186629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Outlets / Brands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24688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Shabu Pot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Baropi Grill (PS/PTC/Opi)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Barong Resto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Barong Hotel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ppt2/icon_hand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250" y="186629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Parties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66760" y="246888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vendors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suppliers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3rd parties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66760" y="42062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account — access designed separately (see slide 11)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 vs. To-Be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BEE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 — Paper-Based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✖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fills out a 2-copy carbon delivery note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✖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signs, courier physically carries goods + form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✖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signs on arrival — no real-time confirmation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✖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filed manually; retrieval requires physical search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✖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enforced check on who is authorized to sign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9F7F3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TO-BE — Digital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Sender's account is locked to their own division/outlet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captured directly on-screen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auto-updates to "In Transit", receiver notified instantly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text-searchable history, filterable by status/date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restricted to the registered PIC of each party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2/icon_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82057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992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Note Management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1945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save as draft, or submit directly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item table with unit-aware quantity validation (whole numbers for pcs, decimals for kg/L)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2/icon_signa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50" y="182057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0992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Signature &amp; Workflow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37960" y="21945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signature capture for Sender &amp; Receiver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status flow: Draft → Sent → In Transit → Received → Completed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2/icon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410657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9592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&amp; Authorization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4805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locked to logged-in user's division/outlet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restricted to the registered PIC of each party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023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ppt2/icon_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410657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99592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&amp; Reporting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37960" y="44805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alerts on status change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dashboard, scoped per account; PDF export on completion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Role-Based Access Control (RBAC)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3383280"/>
                <a:gridCol w="24688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Create Note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Sign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Division/Outlet 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division/outlet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division/outlet (sender or receiver side)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involving own division/outlet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(non-PIC)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permitted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permitted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Read-only, own division/outlet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(shared account)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assigned per 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"External" party, on a handed-over 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division/outlet (edge cases)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cross-organizational visibility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5239512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ppt2/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49" y="5340553"/>
            <a:ext cx="575158" cy="5751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516636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is checked against the specific sender/receiver of each document, not just the logged-in identity — a user with no relation to a note cannot act on it, regardless of role.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Data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0" y="9144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91440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Division/Outlet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1325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code_prefix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 Assignment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division_outlet_id (FK)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33832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338328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Note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34840" y="379476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sender_id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receiver_id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86800" y="33832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338328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Line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23960" y="379476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note_id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9144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91440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75320" y="1325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note_id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(sender/receiver)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signed_by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94560" y="2514600"/>
            <a:ext cx="0" cy="868680"/>
          </a:xfrm>
          <a:prstGeom prst="line">
            <a:avLst/>
          </a:prstGeom>
          <a:noFill/>
          <a:ln w="19050">
            <a:solidFill>
              <a:srgbClr val="9FB8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1600200"/>
            <a:ext cx="3749040" cy="594360"/>
          </a:xfrm>
          <a:prstGeom prst="line">
            <a:avLst/>
          </a:prstGeom>
          <a:noFill/>
          <a:ln w="19050">
            <a:solidFill>
              <a:srgbClr val="9FB8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2331720"/>
            <a:ext cx="0" cy="1051560"/>
          </a:xfrm>
          <a:prstGeom prst="line">
            <a:avLst/>
          </a:prstGeom>
          <a:noFill/>
          <a:ln w="19050">
            <a:solidFill>
              <a:srgbClr val="9FB8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4069080"/>
            <a:ext cx="1097280" cy="0"/>
          </a:xfrm>
          <a:prstGeom prst="line">
            <a:avLst/>
          </a:prstGeom>
          <a:noFill/>
          <a:ln w="19050">
            <a:solidFill>
              <a:srgbClr val="9FB8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331720"/>
            <a:ext cx="548640" cy="1234440"/>
          </a:xfrm>
          <a:prstGeom prst="line">
            <a:avLst/>
          </a:prstGeom>
          <a:noFill/>
          <a:ln w="19050">
            <a:solidFill>
              <a:srgbClr val="9FB8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— full schema also includes Unit reference table and Attachment (photos).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Status Lifecycle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05456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5496" y="237744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916936" y="237744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(Sender signed)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82312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2352" y="237744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193792" y="237744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59168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79208" y="237744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470648" y="237744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(Receiver signed)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36024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56064" y="237744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747504" y="237744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(locked)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constraint: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Receiver's signature field is disabled by the system until the Sender has signed and clicked "Send" — enforcing correct sequencing in software, not just in policy.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External (Non-Employee) Parties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design options were evaluated for parties without system accounts (vendors, suppliers):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Public Link + QR Token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token generation, expiry logic, and a public unauthenticated page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build &amp; maintenance cost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selected — added complexity outweighed benefit at current scale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9F7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Shared "External" Account (Selected)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26517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account authorized as "External" for any non-employee transaction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hands over a device already logged in; the external party signs directly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trust model of the original paper hand-off — no new infrastructure needed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1031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2/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332" y="222199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Analysis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interviews, process mapping, functional specification writing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4274820" y="21031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2/icon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692" y="222199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200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11880" y="38862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data modeling, RBAC matrix, state-flow design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155180" y="21031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2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2221992"/>
            <a:ext cx="676656" cy="676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200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Prototyping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92240" y="38862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platform (Lovable) for working UI, database, and auth logic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2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5540" y="21031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ppt2/icon_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2221992"/>
            <a:ext cx="676656" cy="6766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3200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Refinement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72600" y="38862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revision cycles based on stakeholder feedback before rollout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digitalbaropi.lovable.app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Information Systems Case Study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duplicate paper forms across 10+ divisions/outlets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delivery status, replacing manual phone follow-ups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searchable, exportable digital audit trail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restricted to verified, registered signatories 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783080"/>
            <a:ext cx="5394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 &amp; stakeholder communication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(as-is/to-be) modeling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data modeling &amp; RBAC design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evaluation between design alternatives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&amp; iterative delivery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2474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production hosting on a custom domain, and extending the shared-external-account model with per-vendor audit tagging.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SuratJalan Digital — Thank You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2026-09-11T00:16:53Z</dcterms:created>
  <dcterms:modified xsi:type="dcterms:W3CDTF">2026-09-11T00:16:53Z</dcterms:modified>
</cp:coreProperties>
</file>